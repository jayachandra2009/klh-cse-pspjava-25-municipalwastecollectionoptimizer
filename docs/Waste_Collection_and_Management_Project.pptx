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1" r:id="rId4"/>
    <p:sldId id="258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80BE3C-B0B0-4CFB-816B-712D973A64E0}" v="3" dt="2026-09-15T10:05:24.2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P MADHURI" userId="d5baabbced009fe2" providerId="LiveId" clId="{5C1935DC-7BAA-4BFD-8AE9-FAF66D151093}"/>
    <pc:docChg chg="undo custSel addSld modSld sldOrd">
      <pc:chgData name="TSP MADHURI" userId="d5baabbced009fe2" providerId="LiveId" clId="{5C1935DC-7BAA-4BFD-8AE9-FAF66D151093}" dt="2026-09-15T10:01:58.231" v="188" actId="22"/>
      <pc:docMkLst>
        <pc:docMk/>
      </pc:docMkLst>
      <pc:sldChg chg="addSp delSp modSp mod">
        <pc:chgData name="TSP MADHURI" userId="d5baabbced009fe2" providerId="LiveId" clId="{5C1935DC-7BAA-4BFD-8AE9-FAF66D151093}" dt="2026-09-15T10:01:58.231" v="188" actId="22"/>
        <pc:sldMkLst>
          <pc:docMk/>
          <pc:sldMk cId="1570750093" sldId="256"/>
        </pc:sldMkLst>
        <pc:spChg chg="mod">
          <ac:chgData name="TSP MADHURI" userId="d5baabbced009fe2" providerId="LiveId" clId="{5C1935DC-7BAA-4BFD-8AE9-FAF66D151093}" dt="2026-09-15T09:58:58.254" v="62" actId="20577"/>
          <ac:spMkLst>
            <pc:docMk/>
            <pc:sldMk cId="1570750093" sldId="256"/>
            <ac:spMk id="2" creationId="{81C0CCFF-527E-4AC9-A45F-A8196F49E0C3}"/>
          </ac:spMkLst>
        </pc:spChg>
        <pc:spChg chg="mod">
          <ac:chgData name="TSP MADHURI" userId="d5baabbced009fe2" providerId="LiveId" clId="{5C1935DC-7BAA-4BFD-8AE9-FAF66D151093}" dt="2026-09-15T09:59:08.667" v="65"/>
          <ac:spMkLst>
            <pc:docMk/>
            <pc:sldMk cId="1570750093" sldId="256"/>
            <ac:spMk id="3" creationId="{A452AC95-AA7D-A76A-037F-6B2DB5A27E48}"/>
          </ac:spMkLst>
        </pc:spChg>
        <pc:spChg chg="add del">
          <ac:chgData name="TSP MADHURI" userId="d5baabbced009fe2" providerId="LiveId" clId="{5C1935DC-7BAA-4BFD-8AE9-FAF66D151093}" dt="2026-09-15T09:58:23.995" v="1" actId="22"/>
          <ac:spMkLst>
            <pc:docMk/>
            <pc:sldMk cId="1570750093" sldId="256"/>
            <ac:spMk id="5" creationId="{16E58A68-9A46-73D5-6ACA-6EBDA713DE38}"/>
          </ac:spMkLst>
        </pc:spChg>
        <pc:spChg chg="add del mod">
          <ac:chgData name="TSP MADHURI" userId="d5baabbced009fe2" providerId="LiveId" clId="{5C1935DC-7BAA-4BFD-8AE9-FAF66D151093}" dt="2026-09-15T10:01:58.231" v="188" actId="22"/>
          <ac:spMkLst>
            <pc:docMk/>
            <pc:sldMk cId="1570750093" sldId="256"/>
            <ac:spMk id="7" creationId="{195ACB3F-808A-0A7A-B8BD-A70C42ECC1E5}"/>
          </ac:spMkLst>
        </pc:spChg>
      </pc:sldChg>
      <pc:sldChg chg="modSp new mod">
        <pc:chgData name="TSP MADHURI" userId="d5baabbced009fe2" providerId="LiveId" clId="{5C1935DC-7BAA-4BFD-8AE9-FAF66D151093}" dt="2026-09-15T09:59:16.247" v="74" actId="20577"/>
        <pc:sldMkLst>
          <pc:docMk/>
          <pc:sldMk cId="676338040" sldId="257"/>
        </pc:sldMkLst>
        <pc:spChg chg="mod">
          <ac:chgData name="TSP MADHURI" userId="d5baabbced009fe2" providerId="LiveId" clId="{5C1935DC-7BAA-4BFD-8AE9-FAF66D151093}" dt="2026-09-15T09:59:16.247" v="74" actId="20577"/>
          <ac:spMkLst>
            <pc:docMk/>
            <pc:sldMk cId="676338040" sldId="257"/>
            <ac:spMk id="2" creationId="{EDE71AF3-F02C-0F4C-0929-57F8B753540D}"/>
          </ac:spMkLst>
        </pc:spChg>
      </pc:sldChg>
      <pc:sldChg chg="modSp new mod">
        <pc:chgData name="TSP MADHURI" userId="d5baabbced009fe2" providerId="LiveId" clId="{5C1935DC-7BAA-4BFD-8AE9-FAF66D151093}" dt="2026-09-15T09:59:25.529" v="86" actId="20577"/>
        <pc:sldMkLst>
          <pc:docMk/>
          <pc:sldMk cId="4104242747" sldId="258"/>
        </pc:sldMkLst>
        <pc:spChg chg="mod">
          <ac:chgData name="TSP MADHURI" userId="d5baabbced009fe2" providerId="LiveId" clId="{5C1935DC-7BAA-4BFD-8AE9-FAF66D151093}" dt="2026-09-15T09:59:25.529" v="86" actId="20577"/>
          <ac:spMkLst>
            <pc:docMk/>
            <pc:sldMk cId="4104242747" sldId="258"/>
            <ac:spMk id="2" creationId="{8E154CC5-4FD5-611A-4481-E878E281E2CD}"/>
          </ac:spMkLst>
        </pc:spChg>
      </pc:sldChg>
      <pc:sldChg chg="modSp new mod">
        <pc:chgData name="TSP MADHURI" userId="d5baabbced009fe2" providerId="LiveId" clId="{5C1935DC-7BAA-4BFD-8AE9-FAF66D151093}" dt="2026-09-15T09:59:36.234" v="101" actId="20577"/>
        <pc:sldMkLst>
          <pc:docMk/>
          <pc:sldMk cId="4178111765" sldId="259"/>
        </pc:sldMkLst>
        <pc:spChg chg="mod">
          <ac:chgData name="TSP MADHURI" userId="d5baabbced009fe2" providerId="LiveId" clId="{5C1935DC-7BAA-4BFD-8AE9-FAF66D151093}" dt="2026-09-15T09:59:36.234" v="101" actId="20577"/>
          <ac:spMkLst>
            <pc:docMk/>
            <pc:sldMk cId="4178111765" sldId="259"/>
            <ac:spMk id="2" creationId="{3954FDF4-A21D-11D6-CA7A-382058E2F499}"/>
          </ac:spMkLst>
        </pc:spChg>
      </pc:sldChg>
      <pc:sldChg chg="modSp new mod">
        <pc:chgData name="TSP MADHURI" userId="d5baabbced009fe2" providerId="LiveId" clId="{5C1935DC-7BAA-4BFD-8AE9-FAF66D151093}" dt="2026-09-15T09:59:46.562" v="113" actId="20577"/>
        <pc:sldMkLst>
          <pc:docMk/>
          <pc:sldMk cId="1869875426" sldId="260"/>
        </pc:sldMkLst>
        <pc:spChg chg="mod">
          <ac:chgData name="TSP MADHURI" userId="d5baabbced009fe2" providerId="LiveId" clId="{5C1935DC-7BAA-4BFD-8AE9-FAF66D151093}" dt="2026-09-15T09:59:46.562" v="113" actId="20577"/>
          <ac:spMkLst>
            <pc:docMk/>
            <pc:sldMk cId="1869875426" sldId="260"/>
            <ac:spMk id="2" creationId="{C73BDDFB-DFEC-7A21-D889-17965A225820}"/>
          </ac:spMkLst>
        </pc:spChg>
      </pc:sldChg>
      <pc:sldChg chg="modSp new mod ord">
        <pc:chgData name="TSP MADHURI" userId="d5baabbced009fe2" providerId="LiveId" clId="{5C1935DC-7BAA-4BFD-8AE9-FAF66D151093}" dt="2026-09-15T10:00:14.865" v="149"/>
        <pc:sldMkLst>
          <pc:docMk/>
          <pc:sldMk cId="3980090555" sldId="261"/>
        </pc:sldMkLst>
        <pc:spChg chg="mod">
          <ac:chgData name="TSP MADHURI" userId="d5baabbced009fe2" providerId="LiveId" clId="{5C1935DC-7BAA-4BFD-8AE9-FAF66D151093}" dt="2026-09-15T10:00:08.859" v="147" actId="20577"/>
          <ac:spMkLst>
            <pc:docMk/>
            <pc:sldMk cId="3980090555" sldId="261"/>
            <ac:spMk id="2" creationId="{54D4AC2B-1702-695F-E0B5-9F6550F04B7D}"/>
          </ac:spMkLst>
        </pc:spChg>
      </pc:sldChg>
      <pc:sldChg chg="modSp new mod">
        <pc:chgData name="TSP MADHURI" userId="d5baabbced009fe2" providerId="LiveId" clId="{5C1935DC-7BAA-4BFD-8AE9-FAF66D151093}" dt="2026-09-15T10:00:56.631" v="184" actId="20577"/>
        <pc:sldMkLst>
          <pc:docMk/>
          <pc:sldMk cId="1396777043" sldId="262"/>
        </pc:sldMkLst>
        <pc:spChg chg="mod">
          <ac:chgData name="TSP MADHURI" userId="d5baabbced009fe2" providerId="LiveId" clId="{5C1935DC-7BAA-4BFD-8AE9-FAF66D151093}" dt="2026-09-15T10:00:56.631" v="184" actId="20577"/>
          <ac:spMkLst>
            <pc:docMk/>
            <pc:sldMk cId="1396777043" sldId="262"/>
            <ac:spMk id="2" creationId="{BDCEF2EB-DC8E-A39F-8C45-4CB8185479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7AFC0-00B8-4117-895C-3E834B171036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476CA-421D-4B57-8942-5762D93F1A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4164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5F3B8-DDEB-3931-BD30-FCDF92768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0E52B7-3612-C42C-E3C4-1568700ED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2A539-9977-5E0E-CDC1-067BB186F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549C3-E12B-4CC2-9FA1-D4C0643B7241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91C38-BEF3-AA2E-ACFE-DCF1543BE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B7FA-8196-F586-E960-B5BAE42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B3F1FD-0147-797C-0ED6-E694A2BD62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9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259C4-DC4A-CF70-25D2-F39535A1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6C27E-0A06-D409-8884-852E74A29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7AC31F-7BFD-CA38-00A7-A2FD01A0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15AD4-5B3F-78FD-DE66-C3F50AC63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0549F-8592-A2F0-A7A6-A1C45E9E6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81CCB4-DDFA-058A-AE03-5A3CFCA9F8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EAB08-E23E-771E-1FDE-DC7851594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36FC1-1DB6-A8A4-C315-834C3FFCF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65D3F-93C4-BE6A-B0D8-5AFF3E69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BF378-8F16-492D-87B3-963C20ACF441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2169B-9903-41C3-CC1A-A773A925D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C6B5-6988-9DF9-8223-C5EB677C9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3DABBD-F85F-360C-A546-D5E0B92597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25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988FF-7E75-1B89-7C11-7B6C180BD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E0077-B676-7850-AAD4-77689FB5B4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4118E-9650-EED0-1592-D4AD00CF4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D1BDD-D86C-6A53-CEF7-1AEC9AB1A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9781E-9150-4561-9F7C-01394C55C5AE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15FF2-A4C5-135F-9FA1-A00A6BF9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2FB8AA-FC6D-B278-7FFF-C52EF4307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064E1C-D746-419C-5FE6-033B95CAC3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26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CC900-8F42-8A20-E378-434465ED2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DB5D6-6D80-913C-77A3-83E1C2757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D7E712-FB4A-DBE7-7EE8-B34465C755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FC7C92-E667-0F30-6C26-267F10CBC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1715A-AF86-785C-73F2-00FF9D5D32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1D6D5-269C-31AC-CC40-917E0E246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2896-961F-4F7A-B2DD-D0EFF57BA027}" type="datetime1">
              <a:rPr lang="en-IN" smtClean="0"/>
              <a:t>15-10-2026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0DFF97-DB90-A3DC-1A5F-E041ABA4F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EC1F-4C0D-B461-B76D-FAFE7A86B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D765FD-6DB7-1155-27BC-BD0DB45299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133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FB57-0CBB-0AA3-9BF0-2ED233797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2CE64-C359-3445-7AB9-29DE8577C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51132-6BA4-40BC-AB03-D6B9C4F193FC}" type="datetime1">
              <a:rPr lang="en-IN" smtClean="0"/>
              <a:t>15-10-2026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63F73F-0420-C605-3EFF-74CBBE1B7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6EE44D-529C-1AC9-123B-7EBF53FA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6640D-01A3-9B0C-80EF-F10DE42207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580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479728-5FED-202E-6651-A7474C32A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85D5E-B9E5-4C7E-88B1-43A66A7C3488}" type="datetime1">
              <a:rPr lang="en-IN" smtClean="0"/>
              <a:t>15-10-2026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6D777-ECC4-1DAB-81FF-7D7AF3FF3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56A1D-0096-D4B4-2B11-1CDFE3317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60B416-1EF4-3CD6-8E26-DC636E7B37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29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E5010-2418-091A-429D-37E400AB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91DC8-3F06-BF0E-8109-8C1FEDEAD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544A7E-4423-60E2-E6E9-AAF09976D0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3B07B-D8E2-C0AA-F7E4-545DF9791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E2A2-8283-469E-B4A1-D6877668ECFE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B3DF0-CC05-0B05-24D9-6663B5E11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B53E2-0205-A987-5D45-0DFC51D8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6F4A6A-FE20-C82E-95DD-FA2A5FCB0B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27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B7E51-2E25-5BFC-2696-794A224B6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F9DC63-25C2-8B4F-3683-6B0A9BC756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EBA80-D1E6-9786-229E-B9B70D9BD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DED29-F47E-2534-AFB4-003A8091A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0A723-EDD4-4822-84BE-4B7F697B4E56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E6DE89-3F60-1B9B-0597-F389CAA7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B78F6-7EC0-BF15-5CA1-F0159D796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8256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8785-1FEB-0757-FEC8-6AA1CB86C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94473-1718-0D76-22B7-33E82D611F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9B1E2-29EC-2F2E-B362-55E80C4D0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48764-2CC6-431B-B501-1DF197EE73CC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6D9E9-31F7-01F5-C19A-438C4077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E1B4F-5C80-EFB0-BA9F-8F17B8444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2412BD-D800-391F-9FB6-159E83E7478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6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C43F02-0084-480F-2BA3-75A1C0102C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B22D9D-B106-6765-76CF-C9843EC19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262E0-081B-BE3A-F92B-73DE583ED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EEFFA-3959-41FE-A774-B9B27FD8983C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9D4DC-613B-8105-F661-A37BB2AD0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46AAE-21DC-2AE1-CF07-91F73A4DF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3544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948038-F901-EAD1-D5DB-03603E89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E2A14-F9FA-9B0B-5AA7-D785E09BA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56813-B660-C26F-CFEF-AF22C547F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F4BF4-0D93-4F1E-82BB-778F1EDDD45F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697EB-16D9-74E1-1448-0CDC28071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42DC9-4178-3222-F3F2-C5EC792CA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3481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0CCFF-527E-4AC9-A45F-A8196F49E0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rPr dirty="0"/>
              <a:t>WASTE COLLECTION</a:t>
            </a:r>
          </a:p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rPr dirty="0"/>
              <a:t>AND MANAGEMENT</a:t>
            </a:r>
          </a:p>
          <a:p>
            <a:pPr>
              <a:spcAft>
                <a:spcPts val="500"/>
              </a:spcAft>
              <a:defRPr sz="1700" b="0">
                <a:solidFill>
                  <a:srgbClr val="26845E"/>
                </a:solidFill>
                <a:latin typeface="Aptos Display"/>
              </a:defRPr>
            </a:pPr>
            <a:r>
              <a:rPr dirty="0"/>
              <a:t>Team No: []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FCDBBB2-97B1-B1CE-72F7-62625B779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7EDCEF-417A-3750-BB67-C2592E7FA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24D5C2-DC8D-3B43-2841-065C04AC7A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098008"/>
              </p:ext>
            </p:extLst>
          </p:nvPr>
        </p:nvGraphicFramePr>
        <p:xfrm>
          <a:off x="1679713" y="3816626"/>
          <a:ext cx="8988287" cy="8352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35696">
                  <a:extLst>
                    <a:ext uri="{9D8B030D-6E8A-4147-A177-3AD203B41FA5}">
                      <a16:colId xmlns:a16="http://schemas.microsoft.com/office/drawing/2014/main" val="1428438577"/>
                    </a:ext>
                  </a:extLst>
                </a:gridCol>
                <a:gridCol w="6652591">
                  <a:extLst>
                    <a:ext uri="{9D8B030D-6E8A-4147-A177-3AD203B41FA5}">
                      <a16:colId xmlns:a16="http://schemas.microsoft.com/office/drawing/2014/main" val="588539005"/>
                    </a:ext>
                  </a:extLst>
                </a:gridCol>
              </a:tblGrid>
              <a:tr h="294950">
                <a:tc>
                  <a:txBody>
                    <a:bodyPr/>
                    <a:lstStyle/>
                    <a:p>
                      <a:pPr marR="40005" algn="ctr">
                        <a:lnSpc>
                          <a:spcPct val="107000"/>
                        </a:lnSpc>
                        <a:spcAft>
                          <a:spcPts val="98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   2620030154</a:t>
                      </a:r>
                      <a:endParaRPr lang="en-IN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28575" marT="26035" marB="0"/>
                </a:tc>
                <a:tc>
                  <a:txBody>
                    <a:bodyPr/>
                    <a:lstStyle/>
                    <a:p>
                      <a:pPr marR="42545" algn="just">
                        <a:lnSpc>
                          <a:spcPct val="107000"/>
                        </a:lnSpc>
                        <a:spcAft>
                          <a:spcPts val="98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                     RAMADUGULA ADITYA</a:t>
                      </a:r>
                      <a:endParaRPr lang="en-IN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28575" marT="26035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08290"/>
                  </a:ext>
                </a:extLst>
              </a:tr>
              <a:tr h="270127">
                <a:tc>
                  <a:txBody>
                    <a:bodyPr/>
                    <a:lstStyle/>
                    <a:p>
                      <a:pPr marR="40005" algn="just">
                        <a:lnSpc>
                          <a:spcPct val="107000"/>
                        </a:lnSpc>
                        <a:spcAft>
                          <a:spcPts val="98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                       2620030072</a:t>
                      </a:r>
                      <a:endParaRPr lang="en-IN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28575" marT="26035" marB="0"/>
                </a:tc>
                <a:tc>
                  <a:txBody>
                    <a:bodyPr/>
                    <a:lstStyle/>
                    <a:p>
                      <a:pPr marR="42545" algn="just">
                        <a:lnSpc>
                          <a:spcPct val="107000"/>
                        </a:lnSpc>
                        <a:spcAft>
                          <a:spcPts val="98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                    </a:t>
                      </a:r>
                      <a:r>
                        <a:rPr lang="en-IN" sz="1200" kern="100" dirty="0">
                          <a:solidFill>
                            <a:schemeClr val="bg1"/>
                          </a:solidFill>
                          <a:effectLst/>
                        </a:rPr>
                        <a:t>ADITYA KIRAN PESINGI</a:t>
                      </a:r>
                      <a:endParaRPr lang="en-IN" sz="12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28575" marT="26035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920190"/>
                  </a:ext>
                </a:extLst>
              </a:tr>
              <a:tr h="270127">
                <a:tc>
                  <a:txBody>
                    <a:bodyPr/>
                    <a:lstStyle/>
                    <a:p>
                      <a:pPr marR="40005" algn="ctr">
                        <a:lnSpc>
                          <a:spcPct val="107000"/>
                        </a:lnSpc>
                        <a:spcAft>
                          <a:spcPts val="98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   2620030031</a:t>
                      </a:r>
                      <a:endParaRPr lang="en-IN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28575" marT="26035" marB="0"/>
                </a:tc>
                <a:tc>
                  <a:txBody>
                    <a:bodyPr/>
                    <a:lstStyle/>
                    <a:p>
                      <a:pPr marR="43815" algn="just">
                        <a:lnSpc>
                          <a:spcPct val="107000"/>
                        </a:lnSpc>
                        <a:spcAft>
                          <a:spcPts val="98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                    </a:t>
                      </a:r>
                      <a:r>
                        <a:rPr lang="en-IN" sz="1200" kern="100" dirty="0">
                          <a:solidFill>
                            <a:schemeClr val="bg1"/>
                          </a:solidFill>
                          <a:effectLst/>
                        </a:rPr>
                        <a:t>JAYACHANDRA PERUGU</a:t>
                      </a:r>
                      <a:endParaRPr lang="en-IN" sz="12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28575" marT="26035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313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0750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71AF3-F02C-0F4C-0929-57F8B753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0357"/>
            <a:ext cx="10515600" cy="1325563"/>
          </a:xfrm>
        </p:spPr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rPr dirty="0"/>
              <a:t>Abstract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055FA-8EC1-0FDC-21CB-845F9016C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9CFF38-D9B5-1B3E-0EC5-08CA2C213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8200" y="1297178"/>
            <a:ext cx="2590800" cy="628587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rPr dirty="0"/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9966960" cy="2148840"/>
          </a:xfrm>
          <a:prstGeom prst="rect">
            <a:avLst/>
          </a:prstGeom>
          <a:noFill/>
        </p:spPr>
        <p:txBody>
          <a:bodyPr wrap="square" lIns="54864" tIns="54864" rIns="54864" bIns="27432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232D37"/>
                </a:solidFill>
                <a:latin typeface="Aptos"/>
              </a:defRPr>
            </a:pPr>
            <a:r>
              <a:rPr dirty="0"/>
              <a:t>Waste Collection and Management is a Java-based project for recording waste quantities across different areas. It stores area names and waste amounts, calculates the total collected waste, and helps identify high-priority areas. A menu-driven interface supports registering and displaying records. Methods and method overloading make calculations reusable, while inheritance extends collection features. Input validation and exception handling help manage invalid entries, and an </a:t>
            </a:r>
            <a:r>
              <a:rPr dirty="0" err="1"/>
              <a:t>ArrayList</a:t>
            </a:r>
            <a:r>
              <a:rPr dirty="0"/>
              <a:t> maintains a flexible list of registered areas. The project demonstrates how core Java concepts can support more organized waste monitoring, collection planning, and reporting.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4617720"/>
            <a:ext cx="9966960" cy="822960"/>
          </a:xfrm>
          <a:prstGeom prst="roundRect">
            <a:avLst/>
          </a:prstGeom>
          <a:solidFill>
            <a:srgbClr val="E5F4EC"/>
          </a:solidFill>
          <a:ln>
            <a:solidFill>
              <a:srgbClr val="E5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4773168"/>
            <a:ext cx="9509760" cy="4389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6845E"/>
                </a:solidFill>
                <a:latin typeface="Aptos"/>
              </a:defRPr>
            </a:pPr>
            <a:r>
              <a:t>KEY FOCUS   •   Record areas   •   Calculate totals   •   Flag priorities   •   Validate input</a:t>
            </a:r>
          </a:p>
        </p:txBody>
      </p:sp>
    </p:spTree>
    <p:extLst>
      <p:ext uri="{BB962C8B-B14F-4D97-AF65-F5344CB8AC3E}">
        <p14:creationId xmlns:p14="http://schemas.microsoft.com/office/powerpoint/2010/main" val="676338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4AC2B-1702-695F-E0B5-9F6550F04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rPr dirty="0"/>
              <a:t>Understanding the 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CF377-DEED-0D67-3271-7CBBBC860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Waste details can be difficult to track when area names, quantities, and collection priorities are recorded inconsistently</a:t>
            </a:r>
            <a:endParaRPr lang="en-IN" sz="20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350AE-3599-26AF-9C41-62ADA08AE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61277-3D40-ACA2-AEC9-E9A0E9DC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651760"/>
            <a:ext cx="31546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99744" y="2770631"/>
            <a:ext cx="73682" cy="1123125"/>
          </a:xfrm>
          <a:prstGeom prst="rect">
            <a:avLst/>
          </a:prstGeom>
          <a:solidFill>
            <a:srgbClr val="E29238"/>
          </a:solidFill>
          <a:ln>
            <a:solidFill>
              <a:srgbClr val="E29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770632"/>
            <a:ext cx="284378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2843784" cy="7772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Manual records can be hard to update, total, and compare across areas.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651760"/>
            <a:ext cx="31546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7116" y="2770631"/>
            <a:ext cx="82296" cy="1036057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98848" y="2770632"/>
            <a:ext cx="284378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THE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127248"/>
            <a:ext cx="2843784" cy="7772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A simple system to register areas, store waste amounts, and summarize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71816" y="2651760"/>
            <a:ext cx="31546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01964" y="2796671"/>
            <a:ext cx="104296" cy="1036057"/>
          </a:xfrm>
          <a:prstGeom prst="rect">
            <a:avLst/>
          </a:prstGeom>
          <a:solidFill>
            <a:srgbClr val="18304B"/>
          </a:solidFill>
          <a:ln>
            <a:solidFill>
              <a:srgbClr val="18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54696" y="2770632"/>
            <a:ext cx="284378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THE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4696" y="3127248"/>
            <a:ext cx="2843784" cy="7772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A Java menu-driven program with arrays, methods, decisions, and validation.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4434840"/>
            <a:ext cx="1508760" cy="310896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PROJECT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28032"/>
            <a:ext cx="9966960" cy="8229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32D37"/>
                </a:solidFill>
                <a:latin typeface="Aptos"/>
              </a:defRPr>
            </a:pPr>
            <a:r>
              <a:t>To make waste records easier to maintain, calculate total collected waste accurately, and highlight areas that may require priority collection.</a:t>
            </a:r>
          </a:p>
        </p:txBody>
      </p:sp>
    </p:spTree>
    <p:extLst>
      <p:ext uri="{BB962C8B-B14F-4D97-AF65-F5344CB8AC3E}">
        <p14:creationId xmlns:p14="http://schemas.microsoft.com/office/powerpoint/2010/main" val="398009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54CC5-4FD5-611A-4481-E878E281E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t>CO 1 — Data Types, Operators &amp; Scanner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7C684-562B-9D58-E086-68CEC325C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33CBD-9819-BA1C-8720-D89215B1A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719072"/>
            <a:ext cx="1143000" cy="310896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MODULE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12848"/>
            <a:ext cx="4709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 flipH="1">
            <a:off x="853171" y="2634264"/>
            <a:ext cx="122056" cy="1488888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331720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DATA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4026" y="2702052"/>
            <a:ext cx="4398264" cy="178307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32D37"/>
                </a:solidFill>
                <a:latin typeface="Aptos"/>
              </a:defRPr>
            </a:pPr>
            <a:r>
              <a:t>double amount — stores a waste quantity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32D37"/>
                </a:solidFill>
                <a:latin typeface="Aptos"/>
              </a:defRPr>
            </a:pPr>
            <a:r>
              <a:t>int count — stores the number of areas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32D37"/>
                </a:solidFill>
                <a:latin typeface="Aptos"/>
              </a:defRPr>
            </a:pPr>
            <a:r>
              <a:t>String name — stores an area name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212848"/>
            <a:ext cx="4709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52160" y="2487168"/>
            <a:ext cx="122054" cy="1715936"/>
          </a:xfrm>
          <a:prstGeom prst="rect">
            <a:avLst/>
          </a:prstGeom>
          <a:solidFill>
            <a:srgbClr val="18304B"/>
          </a:solidFill>
          <a:ln>
            <a:solidFill>
              <a:srgbClr val="18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246995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rPr dirty="0"/>
              <a:t>OPERATORS &amp;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6135" y="2503580"/>
            <a:ext cx="3995530" cy="214212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rPr dirty="0"/>
              <a:t>total += </a:t>
            </a:r>
            <a:r>
              <a:rPr dirty="0" err="1"/>
              <a:t>wasteAmounts</a:t>
            </a:r>
            <a:r>
              <a:rPr dirty="0"/>
              <a:t>[</a:t>
            </a:r>
            <a:r>
              <a:rPr dirty="0" err="1"/>
              <a:t>i</a:t>
            </a:r>
            <a:r>
              <a:rPr dirty="0"/>
              <a:t>] adds each amount to the running total.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 lang="en-US" dirty="0"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rPr dirty="0"/>
              <a:t>Scanner </a:t>
            </a:r>
            <a:r>
              <a:rPr dirty="0" err="1"/>
              <a:t>sc</a:t>
            </a:r>
            <a:r>
              <a:rPr dirty="0"/>
              <a:t> = new Scanner(System.in) accepts user input.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 dirty="0"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rPr dirty="0" err="1"/>
              <a:t>Double.parseDouble</a:t>
            </a:r>
            <a:r>
              <a:rPr dirty="0"/>
              <a:t>(</a:t>
            </a:r>
            <a:r>
              <a:rPr dirty="0" err="1"/>
              <a:t>sc.nextLine</a:t>
            </a:r>
            <a:r>
              <a:rPr dirty="0"/>
              <a:t>()) converts the entered quantity to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92040"/>
            <a:ext cx="978408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26845E"/>
                </a:solidFill>
                <a:latin typeface="Aptos"/>
              </a:defRPr>
            </a:pPr>
            <a:r>
              <a:t>CO application: capture waste data and calculate totals from user-provided values.</a:t>
            </a:r>
          </a:p>
        </p:txBody>
      </p:sp>
    </p:spTree>
    <p:extLst>
      <p:ext uri="{BB962C8B-B14F-4D97-AF65-F5344CB8AC3E}">
        <p14:creationId xmlns:p14="http://schemas.microsoft.com/office/powerpoint/2010/main" val="410424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4FDF4-A21D-11D6-CA7A-382058E2F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t>CO 2 — Loops &amp; Conditional Statements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11724-4931-2511-D4E0-AFF95EF4D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84BF-AE73-C39E-0CCD-CD938FF84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719072"/>
            <a:ext cx="1143000" cy="310896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MODULE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1284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7050" y="2397315"/>
            <a:ext cx="79646" cy="1011810"/>
          </a:xfrm>
          <a:prstGeom prst="rect">
            <a:avLst/>
          </a:prstGeom>
          <a:solidFill>
            <a:srgbClr val="E29238"/>
          </a:solidFill>
          <a:ln>
            <a:solidFill>
              <a:srgbClr val="E29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331720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IF–ELSE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8833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if (wasteAmounts[i] &gt;= 100) identifies areas with high waste quantities.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21284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26836" y="2331720"/>
            <a:ext cx="100584" cy="1095693"/>
          </a:xfrm>
          <a:prstGeom prst="rect">
            <a:avLst/>
          </a:prstGeom>
          <a:solidFill>
            <a:srgbClr val="18304B"/>
          </a:solidFill>
          <a:ln>
            <a:solidFill>
              <a:srgbClr val="18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31720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SWITCH &amp; BREAK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68833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switch (choice) routes the selected menu operation; break ends a case.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385876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28116" y="4068679"/>
            <a:ext cx="82296" cy="1041627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977639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FOR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3425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for (int i = 0; i &lt; count; i++) processes each registered area.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85876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54268" y="4017390"/>
            <a:ext cx="106680" cy="1144207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6172200" y="3977639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DO–WHILE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33425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Repeats the menu until choice != 7 is false, allowing repeated operations.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5486400"/>
            <a:ext cx="978408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5E7080"/>
                </a:solidFill>
                <a:latin typeface="Aptos"/>
              </a:defRPr>
            </a:pPr>
            <a:r>
              <a:t>CO application: control program flow and process multiple records efficiently.</a:t>
            </a:r>
          </a:p>
        </p:txBody>
      </p:sp>
    </p:spTree>
    <p:extLst>
      <p:ext uri="{BB962C8B-B14F-4D97-AF65-F5344CB8AC3E}">
        <p14:creationId xmlns:p14="http://schemas.microsoft.com/office/powerpoint/2010/main" val="4178111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BDDFB-DFEC-7A21-D889-17965A225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t>CO 3 — Methods, Arrays &amp; Method Overloading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078FF-2013-E475-6F3D-0A16F8585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DE39BA-552D-5E87-9C16-8B5724296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719072"/>
            <a:ext cx="1143000" cy="310896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MODULE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0680" y="2212848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0095" y="2512375"/>
            <a:ext cx="83439" cy="1666433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99471" y="2356927"/>
            <a:ext cx="284378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88336"/>
            <a:ext cx="2843784" cy="178307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addArea() registers a new area.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displayAreas() displays stored records.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Reusable methods keep tasks organized.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212848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16528" y="2482691"/>
            <a:ext cx="82295" cy="1783079"/>
          </a:xfrm>
          <a:prstGeom prst="rect">
            <a:avLst/>
          </a:prstGeom>
          <a:solidFill>
            <a:srgbClr val="18304B"/>
          </a:solidFill>
          <a:ln>
            <a:solidFill>
              <a:srgbClr val="18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98848" y="2331720"/>
            <a:ext cx="284378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ARRAYS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688336"/>
            <a:ext cx="2843784" cy="178307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areaNames[] stores area names.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wasteAmounts[] stores quantities.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Matching indexes link each area to its waste amount.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71816" y="2212848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598664" y="2494819"/>
            <a:ext cx="98298" cy="1792033"/>
          </a:xfrm>
          <a:prstGeom prst="rect">
            <a:avLst/>
          </a:prstGeom>
          <a:solidFill>
            <a:srgbClr val="E29238"/>
          </a:solidFill>
          <a:ln>
            <a:solidFill>
              <a:srgbClr val="E29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54696" y="2331720"/>
            <a:ext cx="284378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OVERLOADING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4696" y="2688336"/>
            <a:ext cx="2843784" cy="178307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232D37"/>
                </a:solidFill>
                <a:latin typeface="Aptos"/>
              </a:defRPr>
            </a:pPr>
            <a:r>
              <a:t>calculateTotalWaste()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32D37"/>
                </a:solidFill>
                <a:latin typeface="Aptos"/>
              </a:defRPr>
            </a:pPr>
            <a:endParaRPr/>
          </a:p>
          <a:p>
            <a:pPr algn="l">
              <a:spcAft>
                <a:spcPts val="600"/>
              </a:spcAft>
              <a:defRPr sz="1300" b="0">
                <a:solidFill>
                  <a:srgbClr val="232D37"/>
                </a:solidFill>
                <a:latin typeface="Aptos"/>
              </a:defRPr>
            </a:pPr>
            <a:r>
              <a:t>calculateTotalWaste(double extraWaste)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32D37"/>
                </a:solidFill>
                <a:latin typeface="Aptos"/>
              </a:defRPr>
            </a:pPr>
            <a:endParaRPr/>
          </a:p>
          <a:p>
            <a:pPr algn="l">
              <a:spcAft>
                <a:spcPts val="600"/>
              </a:spcAft>
              <a:defRPr sz="1300" b="0">
                <a:solidFill>
                  <a:srgbClr val="232D37"/>
                </a:solidFill>
                <a:latin typeface="Aptos"/>
              </a:defRPr>
            </a:pPr>
            <a:r>
              <a:t>Two signatures support normal and additional-waste totals.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956048"/>
            <a:ext cx="978408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26845E"/>
                </a:solidFill>
                <a:latin typeface="Aptos"/>
              </a:defRPr>
            </a:pPr>
            <a:r>
              <a:t>CO application: structure the program, manage multiple entries, and reuse total calculations.</a:t>
            </a:r>
          </a:p>
        </p:txBody>
      </p:sp>
    </p:spTree>
    <p:extLst>
      <p:ext uri="{BB962C8B-B14F-4D97-AF65-F5344CB8AC3E}">
        <p14:creationId xmlns:p14="http://schemas.microsoft.com/office/powerpoint/2010/main" val="1869875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E591A-E528-51A2-6477-BF5075B3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rPr dirty="0"/>
              <a:t>CO 4 — Inheritance &amp; Exception Handling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15390-19B0-38A3-419D-59F37FA3A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3250B-C6BE-E742-A34D-6B496E77E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719072"/>
            <a:ext cx="1143000" cy="310896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MODULE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12848"/>
            <a:ext cx="47091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60120" y="2212848"/>
            <a:ext cx="82296" cy="2286000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331720"/>
            <a:ext cx="4398264" cy="3416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rPr dirty="0"/>
              <a:t>INHERITANCE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88336"/>
            <a:ext cx="4398264" cy="1737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rPr dirty="0"/>
              <a:t>class </a:t>
            </a:r>
            <a:r>
              <a:rPr dirty="0" err="1"/>
              <a:t>PriorityCollection</a:t>
            </a:r>
            <a:r>
              <a:rPr dirty="0"/>
              <a:t> extends </a:t>
            </a:r>
            <a:r>
              <a:rPr dirty="0" err="1"/>
              <a:t>WasteCollection</a:t>
            </a:r>
            <a:endParaRPr dirty="0"/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endParaRPr dirty="0"/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rPr dirty="0"/>
              <a:t>The child class reuses suitable fields and methods from the parent class.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endParaRPr dirty="0"/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rPr dirty="0" err="1"/>
              <a:t>PriorityCollection</a:t>
            </a:r>
            <a:r>
              <a:rPr dirty="0"/>
              <a:t>(int size) calls super(size) to initialize the parent portion.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212848"/>
            <a:ext cx="4910328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89320" y="2212848"/>
            <a:ext cx="82296" cy="2286000"/>
          </a:xfrm>
          <a:prstGeom prst="rect">
            <a:avLst/>
          </a:prstGeom>
          <a:solidFill>
            <a:srgbClr val="E29238"/>
          </a:solidFill>
          <a:ln>
            <a:solidFill>
              <a:srgbClr val="E29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31720"/>
            <a:ext cx="4398264" cy="3416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rPr dirty="0"/>
              <a:t>EXCEPTION HANDLING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688336"/>
            <a:ext cx="4398264" cy="1737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rPr dirty="0"/>
              <a:t>A try-catch block handles invalid numeric input.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endParaRPr dirty="0"/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rPr dirty="0"/>
              <a:t>catch (</a:t>
            </a:r>
            <a:r>
              <a:rPr dirty="0" err="1"/>
              <a:t>NumberFormatException</a:t>
            </a:r>
            <a:r>
              <a:rPr dirty="0"/>
              <a:t> e)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endParaRPr dirty="0"/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rPr dirty="0"/>
              <a:t>This helps prevent a malformed number from terminating the program unexpectedly.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92040"/>
            <a:ext cx="978408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26845E"/>
                </a:solidFill>
                <a:latin typeface="Aptos"/>
              </a:defRPr>
            </a:pPr>
            <a:r>
              <a:t>CO application: extend functionality through inheritance and make input handling more robust.</a:t>
            </a:r>
          </a:p>
        </p:txBody>
      </p:sp>
    </p:spTree>
    <p:extLst>
      <p:ext uri="{BB962C8B-B14F-4D97-AF65-F5344CB8AC3E}">
        <p14:creationId xmlns:p14="http://schemas.microsoft.com/office/powerpoint/2010/main" val="2034974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DDC3-4D1F-21CF-55F4-04AC539E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t>CO 5 — String Operations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4194-282F-9DD3-B905-AF4DCC709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2EFFB7-2020-7F21-31F3-A08A79B5E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719072"/>
            <a:ext cx="1143000" cy="310896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MODULE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1284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60120" y="2212848"/>
            <a:ext cx="82296" cy="1417320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331720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STRING DECLARATION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8833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String name and String type store area names and waste categories.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21284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89320" y="2212848"/>
            <a:ext cx="82296" cy="1417320"/>
          </a:xfrm>
          <a:prstGeom prst="rect">
            <a:avLst/>
          </a:prstGeom>
          <a:solidFill>
            <a:srgbClr val="18304B"/>
          </a:solidFill>
          <a:ln>
            <a:solidFill>
              <a:srgbClr val="18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31720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trim()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68833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sc.nextLine().trim() removes leading and trailing spaces from input.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385876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60120" y="3858768"/>
            <a:ext cx="82296" cy="1417320"/>
          </a:xfrm>
          <a:prstGeom prst="rect">
            <a:avLst/>
          </a:prstGeom>
          <a:solidFill>
            <a:srgbClr val="E29238"/>
          </a:solidFill>
          <a:ln>
            <a:solidFill>
              <a:srgbClr val="E29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977639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isEmpty()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3425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if (name.isEmpty()) checks whether the entered area name is empty.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858768"/>
            <a:ext cx="47091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89320" y="3858768"/>
            <a:ext cx="82296" cy="1417320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72200" y="3977639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STRING CONCATENATION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334256"/>
            <a:ext cx="4398264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t>"Area: " + areaNames[i] combines a label with the stored area name for reports.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5486400"/>
            <a:ext cx="978408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5E7080"/>
                </a:solidFill>
                <a:latin typeface="Aptos"/>
              </a:defRPr>
            </a:pPr>
            <a:r>
              <a:t>CO application: clean, validate, and present text data clearly.</a:t>
            </a:r>
          </a:p>
        </p:txBody>
      </p:sp>
    </p:spTree>
    <p:extLst>
      <p:ext uri="{BB962C8B-B14F-4D97-AF65-F5344CB8AC3E}">
        <p14:creationId xmlns:p14="http://schemas.microsoft.com/office/powerpoint/2010/main" val="2377368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7C36F-68C1-38D5-BFA7-072938C7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t>CO 6 — ArrayList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A7D639-42E4-340C-86C7-AC49E0E49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618D2-09FF-1F94-1B2A-BA5BD90D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719072"/>
            <a:ext cx="1143000" cy="310896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MODULE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186049"/>
            <a:ext cx="4928616" cy="2415767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 flipH="1">
            <a:off x="957070" y="2300032"/>
            <a:ext cx="45719" cy="2301783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331720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DYNAMIC REGISTRATION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88336"/>
            <a:ext cx="4398264" cy="16916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t>ArrayList&lt;String&gt; registeredAreas = new ArrayList&lt;&gt;();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endParaRPr/>
          </a:p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t>The list can grow as area names are registered, without defining a fixed size in advance.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212847"/>
            <a:ext cx="4709160" cy="2388969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89320" y="2212847"/>
            <a:ext cx="50292" cy="2327467"/>
          </a:xfrm>
          <a:prstGeom prst="rect">
            <a:avLst/>
          </a:prstGeom>
          <a:solidFill>
            <a:srgbClr val="18304B"/>
          </a:solidFill>
          <a:ln>
            <a:solidFill>
              <a:srgbClr val="18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31720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COMMON 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688336"/>
            <a:ext cx="4398264" cy="16916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rPr dirty="0" err="1"/>
              <a:t>registeredAreas.add</a:t>
            </a:r>
            <a:r>
              <a:rPr dirty="0"/>
              <a:t>(name) adds an area.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 dirty="0"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rPr dirty="0" err="1"/>
              <a:t>registeredAreas.isEmpty</a:t>
            </a:r>
            <a:r>
              <a:rPr dirty="0"/>
              <a:t>() checks whether the list has entries.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endParaRPr dirty="0"/>
          </a:p>
          <a:p>
            <a:pPr algn="l">
              <a:spcAft>
                <a:spcPts val="600"/>
              </a:spcAft>
              <a:defRPr sz="1400" b="0">
                <a:solidFill>
                  <a:srgbClr val="232D37"/>
                </a:solidFill>
                <a:latin typeface="Aptos"/>
              </a:defRPr>
            </a:pPr>
            <a:r>
              <a:rPr dirty="0"/>
              <a:t>for (String area : </a:t>
            </a:r>
            <a:r>
              <a:rPr dirty="0" err="1"/>
              <a:t>registeredAreas</a:t>
            </a:r>
            <a:r>
              <a:rPr dirty="0"/>
              <a:t>) displays every registered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070" y="4878324"/>
            <a:ext cx="9784080" cy="5943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26845E"/>
                </a:solidFill>
                <a:latin typeface="Aptos"/>
              </a:defRPr>
            </a:pPr>
            <a:r>
              <a:t>CO application: maintain and display a flexible list of successfully registered areas.</a:t>
            </a:r>
          </a:p>
        </p:txBody>
      </p:sp>
    </p:spTree>
    <p:extLst>
      <p:ext uri="{BB962C8B-B14F-4D97-AF65-F5344CB8AC3E}">
        <p14:creationId xmlns:p14="http://schemas.microsoft.com/office/powerpoint/2010/main" val="707117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AD3A7-F925-7472-F39D-15B33FC2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120CA1-D5C4-5904-1345-350900EF2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92BF1E-562C-F1F9-8BD5-71BDFB343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737360"/>
            <a:ext cx="2767054" cy="548640"/>
          </a:xfrm>
          <a:prstGeom prst="round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452339"/>
            <a:ext cx="9875520" cy="2651760"/>
          </a:xfrm>
          <a:prstGeom prst="rect">
            <a:avLst/>
          </a:prstGeom>
          <a:noFill/>
        </p:spPr>
        <p:txBody>
          <a:bodyPr wrap="square" lIns="73152" rIns="54864" bIns="36576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rPr dirty="0"/>
              <a:t>•  The project organizes waste quantities and area names in a structured Java program.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rPr dirty="0"/>
              <a:t>•  Loops, conditions, and a menu help users process records and identify high-priority areas.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rPr dirty="0"/>
              <a:t>•  Methods, arrays, and overloading support reusable calculations and efficient data handling.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rPr dirty="0"/>
              <a:t>•  Inheritance, exception handling, String operations, and </a:t>
            </a:r>
            <a:r>
              <a:rPr dirty="0" err="1"/>
              <a:t>ArrayList</a:t>
            </a:r>
            <a:r>
              <a:rPr dirty="0"/>
              <a:t> improve extensibility and input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5074920"/>
            <a:ext cx="9966960" cy="658368"/>
          </a:xfrm>
          <a:prstGeom prst="roundRect">
            <a:avLst/>
          </a:prstGeom>
          <a:solidFill>
            <a:srgbClr val="E5F4EC"/>
          </a:solidFill>
          <a:ln>
            <a:solidFill>
              <a:srgbClr val="E5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5193792"/>
            <a:ext cx="950976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26845E"/>
                </a:solidFill>
                <a:latin typeface="Aptos"/>
              </a:defRPr>
            </a:pPr>
            <a:r>
              <a:t>Outcome: a clear foundation for more systematic waste collection and reporting.</a:t>
            </a:r>
          </a:p>
        </p:txBody>
      </p:sp>
    </p:spTree>
    <p:extLst>
      <p:ext uri="{BB962C8B-B14F-4D97-AF65-F5344CB8AC3E}">
        <p14:creationId xmlns:p14="http://schemas.microsoft.com/office/powerpoint/2010/main" val="1744964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77661-8074-79B2-B035-E36DFB30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rPr dirty="0"/>
              <a:t>Program Screenshots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311A9-71C6-FE7D-18DF-375E38D50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B251AB-4887-6558-97BB-1B1D91803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664208"/>
            <a:ext cx="9966960" cy="326243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5E7080"/>
                </a:solidFill>
                <a:latin typeface="Aptos"/>
              </a:defRPr>
            </a:pP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85999"/>
            <a:ext cx="3154680" cy="3890963"/>
          </a:xfrm>
          <a:prstGeom prst="roundRect">
            <a:avLst/>
          </a:prstGeom>
          <a:solidFill>
            <a:srgbClr val="F2F7FA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24712" y="2487167"/>
            <a:ext cx="2825496" cy="3476311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194560" y="2971800"/>
            <a:ext cx="658368" cy="512064"/>
          </a:xfrm>
          <a:prstGeom prst="rect">
            <a:avLst/>
          </a:prstGeom>
          <a:noFill/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182112"/>
            <a:ext cx="269748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5E7080"/>
                </a:solidFill>
                <a:latin typeface="Aptos"/>
              </a:defRPr>
            </a:pPr>
            <a:r>
              <a:rPr dirty="0"/>
              <a:t>SCREENSHOT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286000"/>
            <a:ext cx="3154680" cy="3890962"/>
          </a:xfrm>
          <a:prstGeom prst="roundRect">
            <a:avLst/>
          </a:prstGeom>
          <a:solidFill>
            <a:srgbClr val="F2F7FA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480559" y="2487167"/>
            <a:ext cx="2825496" cy="3347103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50408" y="2971800"/>
            <a:ext cx="658368" cy="512064"/>
          </a:xfrm>
          <a:prstGeom prst="rect">
            <a:avLst/>
          </a:prstGeom>
          <a:noFill/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4568" y="3182112"/>
            <a:ext cx="269748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5E7080"/>
                </a:solidFill>
                <a:latin typeface="Aptos"/>
              </a:defRPr>
            </a:pPr>
            <a:r>
              <a:t>SCREENSHOT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71816" y="2285999"/>
            <a:ext cx="3154680" cy="3890961"/>
          </a:xfrm>
          <a:prstGeom prst="roundRect">
            <a:avLst/>
          </a:prstGeom>
          <a:solidFill>
            <a:srgbClr val="F2F7FA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854696" y="2432304"/>
            <a:ext cx="2825496" cy="3401966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906256" y="2971800"/>
            <a:ext cx="658368" cy="512064"/>
          </a:xfrm>
          <a:prstGeom prst="rect">
            <a:avLst/>
          </a:prstGeom>
          <a:noFill/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0416" y="3182112"/>
            <a:ext cx="269748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5E7080"/>
                </a:solidFill>
                <a:latin typeface="Aptos"/>
              </a:defRPr>
            </a:pPr>
            <a:r>
              <a:t>SCREENSHOT</a:t>
            </a:r>
          </a:p>
        </p:txBody>
      </p:sp>
    </p:spTree>
    <p:extLst>
      <p:ext uri="{BB962C8B-B14F-4D97-AF65-F5344CB8AC3E}">
        <p14:creationId xmlns:p14="http://schemas.microsoft.com/office/powerpoint/2010/main" val="2015298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EF2EB-DC8E-A39F-8C45-4CB81854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500"/>
              </a:spcAft>
              <a:defRPr sz="2800" b="1">
                <a:solidFill>
                  <a:srgbClr val="18304B"/>
                </a:solidFill>
                <a:latin typeface="Aptos Display"/>
              </a:defRPr>
            </a:pPr>
            <a:r>
              <a:t>Geo-Tagged Photo &amp; GitHub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E026B-5FC7-651F-1236-75071A9D2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4BAD5-7EFF-4B1E-4929-B42B4691D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15-10-2026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CFBAF-EF7C-CF04-7D6A-23B99B45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>
                <a:solidFill>
                  <a:srgbClr val="5E70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874519"/>
            <a:ext cx="470916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87552" y="2350008"/>
            <a:ext cx="54864" cy="2043088"/>
          </a:xfrm>
          <a:prstGeom prst="rect">
            <a:avLst/>
          </a:prstGeom>
          <a:solidFill>
            <a:srgbClr val="26845E"/>
          </a:solidFill>
          <a:ln>
            <a:solidFill>
              <a:srgbClr val="268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1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GEO-TAGGED PROJECT PHOTO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1200" y="1874519"/>
            <a:ext cx="490728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3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42660" y="2248948"/>
            <a:ext cx="106680" cy="2222942"/>
          </a:xfrm>
          <a:prstGeom prst="rect">
            <a:avLst/>
          </a:prstGeom>
          <a:solidFill>
            <a:srgbClr val="18304B"/>
          </a:solidFill>
          <a:ln>
            <a:solidFill>
              <a:srgbClr val="18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72200" y="1993391"/>
            <a:ext cx="4398264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8304B"/>
                </a:solidFill>
                <a:latin typeface="Aptos"/>
              </a:defRPr>
            </a:pPr>
            <a:r>
              <a:t>GITHUB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350008"/>
            <a:ext cx="4398264" cy="3416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32D37"/>
                </a:solidFill>
                <a:latin typeface="Aptos"/>
              </a:defRPr>
            </a:pP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96777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891</Words>
  <Application>Microsoft Office PowerPoint</Application>
  <PresentationFormat>Widescreen</PresentationFormat>
  <Paragraphs>147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Office Theme</vt:lpstr>
      <vt:lpstr>WASTE COLLECTION AND MANAGEMENT Team No: []</vt:lpstr>
      <vt:lpstr>Abstract</vt:lpstr>
      <vt:lpstr>Understanding the Problem Statement</vt:lpstr>
      <vt:lpstr>CO 1 — Data Types, Operators &amp; Scanner</vt:lpstr>
      <vt:lpstr>CO 2 — Loops &amp; Conditional Statements</vt:lpstr>
      <vt:lpstr>CO 3 — Methods, Arrays &amp; Method Overloading</vt:lpstr>
      <vt:lpstr>CO 4 — Inheritance &amp; Exception Handling</vt:lpstr>
      <vt:lpstr>CO 5 — String Operations</vt:lpstr>
      <vt:lpstr>CO 6 — ArrayList</vt:lpstr>
      <vt:lpstr>Conclusion</vt:lpstr>
      <vt:lpstr>Program Screenshots</vt:lpstr>
      <vt:lpstr>Geo-Tagged Photo &amp; GitHub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TSP MADHURI</dc:creator>
  <cp:lastModifiedBy>jayachandra yadav</cp:lastModifiedBy>
  <cp:revision>5</cp:revision>
  <dcterms:created xsi:type="dcterms:W3CDTF">2026-09-15T09:57:10Z</dcterms:created>
  <dcterms:modified xsi:type="dcterms:W3CDTF">2026-10-15T18:34:35Z</dcterms:modified>
</cp:coreProperties>
</file>